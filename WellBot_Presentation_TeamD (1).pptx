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3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3840480" cy="29260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Chatbot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Wellness Partner, Always By Your Side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Team-D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Geethika  |  Rashi Rathore  |  R. Jansi Raju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 / 16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AutoShape 2" descr="Generated image: Stylized leaf logo on turquoise background">
            <a:extLst>
              <a:ext uri="{FF2B5EF4-FFF2-40B4-BE49-F238E27FC236}">
                <a16:creationId xmlns:a16="http://schemas.microsoft.com/office/drawing/2014/main" id="{93D06B45-813C-5AB7-9B0B-9330D3E81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3747" y="1492898"/>
            <a:ext cx="3657599" cy="417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4" descr="Generated image: Stylized leaf logo on turquoise background">
            <a:extLst>
              <a:ext uri="{FF2B5EF4-FFF2-40B4-BE49-F238E27FC236}">
                <a16:creationId xmlns:a16="http://schemas.microsoft.com/office/drawing/2014/main" id="{692420D5-A481-3788-F13C-9F02FF3C66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0917" y="-521581"/>
            <a:ext cx="4774163" cy="614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Team-D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034" y="1691639"/>
            <a:ext cx="3657600" cy="3483865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7302" y="1371600"/>
            <a:ext cx="6858000" cy="9144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Geethika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&amp; AI Integration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6858000" cy="9144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Rashi Rathore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&amp; UI/UX Designer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6858000" cy="9144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1440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Jansi Raju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Language switching in chatbot 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8463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React.js
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 API
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AI, RandomForest ML
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2 / 16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20240"/>
            <a:ext cx="3474720" cy="2829788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80160"/>
            <a:ext cx="71323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WellBot is an AI-powered healthcare chatbot that provides personalized wellness guidance across multiple domains including mental health, fitness, nutrition, motivation, and stress relief.
</a:t>
            </a: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Highlights:
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Specialized AI Chat Specialists for different wellness areas
• AI Wellness Predictor powered by RandomForest ML model
• BMI Calculator for health metrics tracking
• Multi-language support (5+ languages) for global accessibility
• Real-time mood prediction and productivity scoring
• Interactive dashboard with weekly activity charts and wellness trends
• Chat export functionality for record keeping
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3 / 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518" y="1828799"/>
            <a:ext cx="3415004" cy="3545633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71600"/>
            <a:ext cx="7132320" cy="2103120"/>
          </a:xfrm>
          <a:prstGeom prst="roundRect">
            <a:avLst>
              <a:gd name="adj" fmla="val 6522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Our Vision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revolutionize personal healthcare by making AI-driven wellness guidance accessible, affordable, and available 24/7 to everyone — breaking barriers of language, location, and cost.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7132320" cy="228600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Our Mission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43891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expert-level wellness guidance through specialized AI chatbots
• Enable early wellness prediction using machine learning models
• Support multilingual conversations for inclusive healthcare
• Empower users to track and improve their daily wellness habits
• Deliver a seamless, user-friendly healthcare experience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4 / 16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Chat Specialists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domain-specific chatbots — Mental Health, Fitness Coach, Nutrition, Motivation, Stress Relief, and General Chat — each powered by Groq AI with tailored system prompts.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ML Wellness Predictor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ML model that predicts mood, stress level, and productivity score based on daily inputs like sleep, exercise, caffeine, screen time, and more.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Multi-Language Support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language support including Hindi, Telugu, Tamil, and more — AI responds in user's preferred language for inclusive healthcare access.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Smart Dashboard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weekly activity charts, mood trends, streak tracking, and feedback ratings — giving users a holistic wellness overview.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5 / 16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Development Process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wellness domains, studied existing healthcare chatbots, and defined project scope and requirements.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697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dark-themed, modern UI with intuitive navigation, dashboard layout, and responsive chat interfaces.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React.js — creating reusable components, routing, and a seamless user experience.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 Integration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Flask API endpoints, integrated Groq AI for chat, trained RandomForest ML model for wellness prediction.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5394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5715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across browsers, multilingual testing, performance optimization, and final deployment.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6 / 16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visits Landing Page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Up / Login with credentials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Access Dashboard with wellness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a Chat Specialist (Mental Health, Fitness, etc.)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Chat with AI in preferred language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0" y="1371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Use AI Wellness Predictor (enter daily stats)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Get mood, stress &amp; productivity predictions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Use BMI Calculator for health assessment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4251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0" y="4251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Track progress via charts &amp; trends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521208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0" y="5212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Export chat history for records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7 / 16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React.js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UI, Dark Theme, Multi-language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E0F2F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(Flask)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6517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Endpoints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Chat, Prediction, BMI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(Chat Engine)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ML (Wellness Predictor)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892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⬇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E0F2F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521208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Chats, Feedback, Wellness Data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3200400" cy="3928188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8 / 16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39" y="877078"/>
            <a:ext cx="4208106" cy="3626529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Frontend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HTML5 &amp; CSS3 — Structure and styling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84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React.js — Component-based UI framework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3865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Responsive Design — Mobile &amp; desktop compatible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82549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Backend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32369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Python — Core programming language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538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Flask — Lightweight web framework &amp; REST API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Flask-CORS — Cross-origin resource sharing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42793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 &amp; ML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48640" y="4690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Groq AI — Fast LLM inference for chat responses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49926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RandomForest ML — Wellness prediction model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5294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Scikit-learn — ML model training and evaluation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50977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Database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997718" y="55641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SQLite — Lightweight relational database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97718" y="587735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User auth, chat history, feedback storage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9 / 16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 Feature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0"/>
            <a:ext cx="3474720" cy="34747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WellBot includes a built-in BMI (Body Mass Index) Calculator that helps users quickly assess their body weight category based on height and weight inputs.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enters their height (cm) and weight (kg)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BMI is calculated using the standard formula: weight / (height²)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Result is categorized: Underweight, Normal, Overweight, or Obese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434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Personalized health tips are provided based on the BMI category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937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Users can track BMI changes over time through the dashboard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486400"/>
            <a:ext cx="685800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1520" y="5486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BMI is a quick health indicator that complements the AI Wellness Predictor for comprehensive health assessment.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10 / 16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28016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46720" y="1463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Elements:
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dark-themed design with green accents
• Hero section with clear value proposition
• Interactive dashboard preview showing stats
• Category badges for wellness domains
• Call-to-action buttons: 'Start for Free' &amp; 'See Features'
• Navigation with Features, AI Engine, Specialists sections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11 / 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28016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46720" y="1463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Elements:
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 In / Create Account toggle tabs
• Full Name, Username, Email &amp; Password fields
• 'Continue with Google' social login option
• Gradient CTA button for account creation
• Left panel shows platform features &amp; stats
• Stats: 5+ Languages, 6 Specialists, 24/7 Available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12 / 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28016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46720" y="1463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Elements:
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Personalized greeting with time-based message
• Stat cards: Conversations, Streak, Rating, Calories
• Weekly Chat Activity bar chart
• Mood Trend visualization over time
• Left sidebar with specialist navigation
• Language selector &amp; dark mode toggle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13 / 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Wellness Predictor &amp; Chatbot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669280" cy="2743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66928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57200" y="42062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Wellness Predictor
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daily stats: sleep, work, exercise, caffeine, steps, water, screen time, breaks
• ML model predicts Mood, Stress Level &amp; Productivity Score
• Visual result cards with confidence percentages
• Powered by RandomForest ML algorithm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6400800" y="42062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Specialists
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specialist chatbots for different wellness areas
• Real-time AI responses powered by Groq
• Multi-language support — responds in user's language
• Chat export and history tracking features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14 / 16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Enhancements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"/>
            <a:ext cx="3474720" cy="32004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716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Smart Notifications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hydration reminders, exercise breaks, and mood check-ins.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 (PWA)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1828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support for native mobile-like experience on smartphones.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Community Forum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groups and wellness communities for shared motivation and experiences.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6060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Doctor Integration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real healthcare professionals for advanced medical consultations.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3152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Advanced Analytics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wellness reports, trend analysis, and personalized improvement suggestions.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8404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008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Gamification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badges, wellness challenges, leaderboards, and reward points system.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0749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" y="5120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Wearable Integration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520" y="5532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fitness trackers and smartwatches for automatic health data tracking.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50749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5120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Enhanced Security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5532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authentication, encrypted chats, and HIPAA-compliant data handling.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15 / 16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0" y="182880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WellBot — Your AI Wellness Partner, Always By Your Side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WellBot demonstrates the power of combining AI, Machine Learning, and modern web technologies to create a comprehensive healthcare assistant.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 specialized chatbots, ML-powered wellness predictions, BMI calculator, and multi-language support — WellBot makes personalized healthcare guidance accessible to everyone, anytime, anywhere.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Geethika  •  Rashi Rathore  •  R. Jansi Raju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hear from you! 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16 / 16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1464</Words>
  <Application>Microsoft Office PowerPoint</Application>
  <PresentationFormat>Widescreen</PresentationFormat>
  <Paragraphs>163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WellBot – AI Powered Healthcare Chatbot</dc:title>
  <dc:subject>PptxGenJS Presentation</dc:subject>
  <dc:creator>Team-D</dc:creator>
  <cp:lastModifiedBy>M GEETHIKA</cp:lastModifiedBy>
  <cp:revision>2</cp:revision>
  <dcterms:created xsi:type="dcterms:W3CDTF">2026-03-12T12:13:35Z</dcterms:created>
  <dcterms:modified xsi:type="dcterms:W3CDTF">2026-03-12T12:24:45Z</dcterms:modified>
</cp:coreProperties>
</file>